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Light-Emitting Diodes (LEDs)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Overview of LED Technology</a:t>
            </a:r>
          </a:p>
          <a:p>
            <a:r>
              <a:t>Generated by Aura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LED?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Semiconductor device that emits light when forward-biased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Invented 1962 (Nick Holonyak)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Works via electroluminescence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LEDs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P-type &amp; N-type layers form a PN junction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Electrons recombine with holes -&gt; photons released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Wavelength (color) -&gt; band-gap energy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Efficiency: 20-200 lm/W (vs. incandescent ~15 lm/W)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Longevity: 25,000-100,000 h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Fast switching: ns-range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Small size &amp; robust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LED Colors &amp;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Red - AlGaAs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Green - InGaN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Blue - InGaN (high band-gap)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White - Blue LED + phosphor or RGB mixing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Over Traditional Light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Lower power consumption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No warm-up time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Shock-resistant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Directional light -&gt; less optics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Lighting: home, street, automotive, horticulture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Displays: TVs, monitors, billboards, AR/VR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Indicators: appliances, wearables, IoT devices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Communications: Li-Fi, fiber-optic links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LED Packaging &amp;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Through-hole (T-1 3/4, 5 mm) - classic indicator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Surface-mount (SMD, 0805, 1206) - PCB integration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Chip-on-Board (COB) - high-density arrays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Flexible / OLED - bendable lighting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Forward voltage (Vf): 1.8 V (red) -&gt; 3.6 V (blue)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Current limiting: resistors or constant-current drivers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Thermal management: heat-sinks, copper pours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Color Rendering Index (CRI) importance for indoor lighting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Micro-LED displays - high brightness, low power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Smart/Connected LEDs - IoT integration, tunable color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Improved phosphors - higher CRI, lower blue-hazard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Sustainable manufacturing - recycling, eco-friendly materials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LEDs are energy-efficient, long-lasting light sources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Wide range of colors &amp; form factors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Continuously evolving for smarter, greener lighting solutions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LEDs: Fundamentals, Materials, and Devices - B. O'Regan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IEEE Spectrum - "The LED Revolution" (2023)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https://www.ieee.org/led-resources</a:t>
            </a:r>
          </a:p>
          <a:p>
            <a:pPr>
              <a:defRPr sz="1800">
                <a:solidFill>
                  <a:srgbClr val="000000"/>
                </a:solidFill>
                <a:latin typeface="Calibri"/>
              </a:defRPr>
            </a:pPr>
            <a:r>
              <a:t>Manufacturer datasheets (Cree, Osram, Nichia)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